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8B9E"/>
    <a:srgbClr val="206676"/>
    <a:srgbClr val="60B9CE"/>
    <a:srgbClr val="FF7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6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3D6B82-91FA-A5C3-D6D8-75B37BFA9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0F7425-F16B-F978-8F5C-1EF7FC705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75F5F3-A7C2-0CAD-6EAB-E02EE7938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36B5-327A-4C1D-A93A-AEDD9ACCE0D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2FC971-7ED3-E189-BAC5-E94D1F74E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9D5B25-90D1-09C8-3DDD-42CECF46D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B0FF-2461-4D3E-BFC7-47AFAFABEB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284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warp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141CC-4298-2AB1-E718-E23B2A634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D5F247-1B29-BCB5-CA43-723C98DF9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7C31F4-CE9F-E69C-9CBF-CCFE2A9D6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36B5-327A-4C1D-A93A-AEDD9ACCE0D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2E8629-9522-723E-CC3A-066FDA3D5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D3F4BE-9E08-9BFB-5A48-7723DD58A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B0FF-2461-4D3E-BFC7-47AFAFABEB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45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warp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CBE48-779A-8FF3-2B3D-704073A83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EB8122E-22B9-12F7-119E-642F4F41B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40A664-7438-9FB2-0DBC-E68A7DE78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36B5-327A-4C1D-A93A-AEDD9ACCE0D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3506BB-1F12-7ADA-4510-34ADE9BD6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A116D8-3891-D64C-5F90-2E056D39E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B0FF-2461-4D3E-BFC7-47AFAFABEB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813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warp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3FD1CC-F7DB-D536-3908-51761674D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010C84-CCB3-A7D9-C253-9DAEE613BA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143DAC5-CBCD-8565-8FC0-A587837BF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44BA11-6428-58F0-BA4C-B516F6B4A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36B5-327A-4C1D-A93A-AEDD9ACCE0D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639EB3-CCB1-E093-7F08-3D5E13A0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6CD774-173C-57FB-13C1-3D4322A49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B0FF-2461-4D3E-BFC7-47AFAFABEB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19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warp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6FA6D2-378C-3868-3BBB-E4848EB48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DC5C42-54A3-1249-4544-2DC8F42B2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8E7EC2D-01DE-F05C-9C52-053BC400C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0791853-4F7F-BAA6-0366-A2405CFF57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4FDBA63-A986-0AF8-6573-3C5734A7C0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89EC3C3-531B-EB29-0B87-D75F565DB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36B5-327A-4C1D-A93A-AEDD9ACCE0D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160A611-F795-B7D3-2E36-4B399BBDA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45D6CF9-3E44-D2AC-A65C-D875F575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B0FF-2461-4D3E-BFC7-47AFAFABEB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966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warp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E6B352-4276-2B9D-5DA8-DAF97E5F3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0AA5C60-0F7D-B0B0-28B3-98781CF89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36B5-327A-4C1D-A93A-AEDD9ACCE0D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8CDB731-943A-5593-A958-3E6EC58AB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C02CF73-C328-FE6B-3F58-9CDFB1088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B0FF-2461-4D3E-BFC7-47AFAFABEB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7177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warp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61139D-D613-BA4F-7D39-93F6C4E0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36B5-327A-4C1D-A93A-AEDD9ACCE0D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C04C613-437E-E741-4733-EB628E32D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D409BF-5874-D106-2ED0-06F3DC904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B0FF-2461-4D3E-BFC7-47AFAFABEB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633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warp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40AC05-80A8-CC90-2329-26393C5F2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F96974-3E2D-4022-E9C7-3459B1D85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2C78850-81B6-A55C-EFDF-992F4FE22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EB59EC-FBB3-497B-178E-450F2E8A2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36B5-327A-4C1D-A93A-AEDD9ACCE0D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CDA75F-143B-7D9E-F0E3-AE28F2B34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7750A2-B0E3-2448-E9F5-56B57942D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B0FF-2461-4D3E-BFC7-47AFAFABEB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532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warp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BD059B-0BA7-8C30-C106-4A4B924DF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9CFAF1A-4EC1-7E9F-AC50-A198CAE07F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7F82432-D57A-76B5-3466-13E66E7F2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772061-9EC0-5146-24B6-D90260463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36B5-327A-4C1D-A93A-AEDD9ACCE0D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72AF6E-49BA-65AD-0377-71F740C0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B85E30-592D-BAFF-2E78-7F1B40E78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B0FF-2461-4D3E-BFC7-47AFAFABEB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052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warp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FF7837-29A6-DBE8-35C9-EC0C418B5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41C603B-0F07-F60B-EA01-40B3BBC6EF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B3484B-CAC7-8429-76F7-54E56B385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36B5-327A-4C1D-A93A-AEDD9ACCE0D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70474C-96ED-1A89-0D9B-2A49230A8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10FBF9-195E-3580-3045-381C7CCDE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B0FF-2461-4D3E-BFC7-47AFAFABEB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357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warp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89C5FAD-9A86-84CC-C257-3C2B33B8E6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3E03E21-C952-1977-B414-5C158A142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53F925-6B33-134D-06FF-80586778D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36B5-327A-4C1D-A93A-AEDD9ACCE0D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44A2CE-463F-AE8D-108D-74EFB76CE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92284E-3A33-5AC4-FE68-75891EFA5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B0FF-2461-4D3E-BFC7-47AFAFABEB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4271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warp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4000">
              <a:srgbClr val="60B9CE"/>
            </a:gs>
            <a:gs pos="100000">
              <a:srgbClr val="206676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B7995F-1F2A-B520-07BD-5ED892A21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9AFFB7-3796-6CD5-38FD-D05D364A8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669798-7CA8-A264-7D0A-CE808E0C4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A336B5-327A-4C1D-A93A-AEDD9ACCE0D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137A1E-86AE-BDE1-187C-DB7072C953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DA0BAB-A99E-14B6-8B5E-7B99EB288F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88B0FF-2461-4D3E-BFC7-47AFAFABEB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7992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warp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D1BE4E-FE57-2567-8FD2-743AAAA213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800" y="139701"/>
            <a:ext cx="8648700" cy="3924299"/>
          </a:xfrm>
        </p:spPr>
        <p:txBody>
          <a:bodyPr anchor="ctr">
            <a:normAutofit fontScale="90000"/>
          </a:bodyPr>
          <a:lstStyle/>
          <a:p>
            <a:pPr algn="l"/>
            <a:r>
              <a:rPr lang="ru-RU" sz="9600" dirty="0">
                <a:solidFill>
                  <a:srgbClr val="FF7F00"/>
                </a:solidFill>
              </a:rPr>
              <a:t>проблема</a:t>
            </a:r>
            <a:br>
              <a:rPr lang="ru-RU" sz="9600" dirty="0">
                <a:solidFill>
                  <a:srgbClr val="FF7F00"/>
                </a:solidFill>
              </a:rPr>
            </a:br>
            <a:r>
              <a:rPr lang="ru-RU" sz="9600" dirty="0">
                <a:solidFill>
                  <a:srgbClr val="FF7F00"/>
                </a:solidFill>
              </a:rPr>
              <a:t>дизайна</a:t>
            </a:r>
            <a:br>
              <a:rPr lang="en-US" sz="9600" dirty="0">
                <a:solidFill>
                  <a:srgbClr val="FF7F00"/>
                </a:solidFill>
              </a:rPr>
            </a:br>
            <a:r>
              <a:rPr lang="en-US" sz="9600" dirty="0">
                <a:solidFill>
                  <a:srgbClr val="FF7F00"/>
                </a:solidFill>
              </a:rPr>
              <a:t>format factory</a:t>
            </a:r>
            <a:endParaRPr lang="ru-RU" sz="9600" dirty="0">
              <a:solidFill>
                <a:srgbClr val="FF7F00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0D69ED9-473B-9E6C-CAF8-57DA665ED97D}"/>
              </a:ext>
            </a:extLst>
          </p:cNvPr>
          <p:cNvSpPr/>
          <p:nvPr/>
        </p:nvSpPr>
        <p:spPr>
          <a:xfrm>
            <a:off x="0" y="-1"/>
            <a:ext cx="12192000" cy="6858002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157B8C22-FEC8-3CED-9E83-7E98FFA3F425}"/>
              </a:ext>
            </a:extLst>
          </p:cNvPr>
          <p:cNvSpPr/>
          <p:nvPr/>
        </p:nvSpPr>
        <p:spPr>
          <a:xfrm>
            <a:off x="9439101" y="4130040"/>
            <a:ext cx="5638800" cy="5638800"/>
          </a:xfrm>
          <a:prstGeom prst="ellipse">
            <a:avLst/>
          </a:prstGeom>
          <a:noFill/>
          <a:ln w="533400">
            <a:gradFill>
              <a:gsLst>
                <a:gs pos="0">
                  <a:srgbClr val="3D8B9E"/>
                </a:gs>
                <a:gs pos="54000">
                  <a:schemeClr val="bg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976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warp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6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8F8F80-7022-3DFA-21C6-66EE20AB9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DF0215-55C0-79E1-A58C-C809DAAB4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5D0743-873F-47AE-5AAA-F45CAB203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" y="0"/>
            <a:ext cx="121887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645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warp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06E3A0-3DA6-FC5C-0BAE-E1C5A3AE2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00F1CA-5EA3-CB9B-132A-6E9C06AB9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FE2C4F-8EF5-1896-7B22-02FDE5357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" y="0"/>
            <a:ext cx="121887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9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14:warp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3D4137-615C-2D26-427C-FABE96543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567D39-635F-3506-ECEF-ED6EE6A64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C0AC61-A12B-583B-97A7-706F45AF9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" y="0"/>
            <a:ext cx="121887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491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14:warp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474385-60C0-AC33-DB61-618C6C29E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9282B2-0820-0972-5746-C31F1F3A2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51F48C-6FD8-EFF3-F60D-6F03DA8E3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" y="0"/>
            <a:ext cx="121887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8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14:warp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877DAF-8A5F-CC2A-11B5-8AF247609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2C7DE6-6524-7B8F-417F-5A5943A46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691ED2-8A9A-C27D-B4A9-5082B9DE7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" y="0"/>
            <a:ext cx="121887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56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14:warp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E83055-C1A0-49A8-0959-DD63BFE46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53DD8A-5F73-6BA2-0223-7DD7B329D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0F7B8A-C928-962C-ECC0-31D38254F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" y="0"/>
            <a:ext cx="121887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14:warp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17E4A-E7BE-4C2E-094E-FE0E7B695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DB5CE4-32BE-BD71-F0CC-EAE1BC037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9FC587-AC6A-536F-40A8-073F92EF1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" y="0"/>
            <a:ext cx="121887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9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14:warp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5D0CBA-E6F5-6C66-0F3C-826867B84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422ECC-236B-E5BB-C1FA-904AFFEF6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0D34AF-9244-9926-6B41-C1397A498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327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50">
        <p14:warp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A8C599-F993-CE2A-1CFE-6C6467F85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D78E98-D932-19AD-A8A5-53B49EC03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3AE6C8-BC1F-052E-219C-44ED7971D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" y="0"/>
            <a:ext cx="121887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008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14:warp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126304-B341-4201-34BA-6A53BD622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5D9AFE-B1CB-5F45-846F-968A1460D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0D3E467-21E5-10DB-7ADD-12EEF6495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" y="0"/>
            <a:ext cx="121887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21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14:warp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EEC74A-0083-313B-1D21-45900D381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Объект 5" descr="Изображение выглядит как снимок экрана, программное обеспечение, Мультимедийное программное обеспечение,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8144723-CB89-C990-AF2F-DA78F7B603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9854"/>
          </a:xfrm>
        </p:spPr>
      </p:pic>
    </p:spTree>
    <p:extLst>
      <p:ext uri="{BB962C8B-B14F-4D97-AF65-F5344CB8AC3E}">
        <p14:creationId xmlns:p14="http://schemas.microsoft.com/office/powerpoint/2010/main" val="1763515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warp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</Words>
  <Application>Microsoft Office PowerPoint</Application>
  <PresentationFormat>Широкоэкранный</PresentationFormat>
  <Paragraphs>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Тема Office</vt:lpstr>
      <vt:lpstr>проблема дизайна format factory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lexa_bu</dc:creator>
  <cp:lastModifiedBy>lexa_bu</cp:lastModifiedBy>
  <cp:revision>2</cp:revision>
  <dcterms:created xsi:type="dcterms:W3CDTF">2026-03-28T00:16:43Z</dcterms:created>
  <dcterms:modified xsi:type="dcterms:W3CDTF">2026-03-28T02:28:42Z</dcterms:modified>
</cp:coreProperties>
</file>